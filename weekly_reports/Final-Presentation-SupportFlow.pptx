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195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Jatin  |  See Final-Presentation-Speaking-Script.docx for full narration of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Jatin  |  See Final-Presentation-Speaking-Script.docx for full narration of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Jatin  |  See Final-Presentation-Speaking-Script.docx for full narration of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Jatin  |  See Final-Presentation-Speaking-Script.docx for full narration of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Dev  |  See Final-Presentation-Speaking-Script.docx for full narration of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Dev  |  See Final-Presentation-Speaking-Script.docx for full narration of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Dev  |  See Final-Presentation-Speaking-Script.docx for full narration of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Dev  |  See Final-Presentation-Speaking-Script.docx for full narration of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Pratik  |  See Final-Presentation-Speaking-Script.docx for full narration of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Pratik  |  See Final-Presentation-Speaking-Script.docx for full narration of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Pratik  |  See Final-Presentation-Speaking-Script.docx for full narration of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Pratik  |  See Final-Presentation-Speaking-Script.docx for full narration of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Amal  |  See Final-Presentation-Speaking-Script.docx for full narration of slide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Amal  |  See Final-Presentation-Speaking-Script.docx for full narration of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Amal  |  See Final-Presentation-Speaking-Script.docx for full narration of slide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Voice-over owner: Amal  |  See Final-Presentation-Speaking-Script.docx for full narration of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SupportFlow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2DD4BF"/>
                </a:solidFill>
                <a:latin typeface="Calibri"/>
              </a:rPr>
              <a:t>AI-Powered Customer Service Chatbot  →  Multi-Tenant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E8EEF5"/>
                </a:solidFill>
                <a:latin typeface="Calibri"/>
              </a:rPr>
              <a:t>AML-2404 · AI and ML Lab · Lambton College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9AB0C4"/>
                </a:solidFill>
                <a:latin typeface="Calibri"/>
              </a:rPr>
              <a:t>Final Presentation  ·  Group: 2026S-AML-2403-OTT01-AI and ML Lab - 2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9AB0C4"/>
                </a:solidFill>
                <a:latin typeface="Calibri"/>
              </a:rPr>
              <a:t>Dev Bajaniya  ·  Jatin Vaghela  ·  Pratik Chavda  ·  Amal Satheesan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9AB0C4"/>
                </a:solidFill>
                <a:latin typeface="Calibri"/>
              </a:rPr>
              <a:t>Faculty Supervisor: William Pourmajidi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1/16  ·  Voice: Jatin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Problem &amp; objectives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Solution overview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Architecture &amp; AI pipeline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Multilingual &amp;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Data model &amp; testing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Product walkthrough (UI)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Billing, embed &amp; hosting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Demo path · Future work ·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2/16  ·  Voice: Jatin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Why customer support needs intelligent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 i="0">
                <a:solidFill>
                  <a:srgbClr val="E8EEF5"/>
                </a:solidFill>
                <a:latin typeface="Calibri"/>
              </a:rPr>
              <a:t>•  Delayed replies to repetitive questions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E8EEF5"/>
                </a:solidFill>
                <a:latin typeface="Calibri"/>
              </a:rPr>
              <a:t>•  Agents overloaded with shipping / returns / FAQ work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E8EEF5"/>
                </a:solidFill>
                <a:latin typeface="Calibri"/>
              </a:rPr>
              <a:t>•  Limited after-hours coverage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E8EEF5"/>
                </a:solidFill>
                <a:latin typeface="Calibri"/>
              </a:rPr>
              <a:t>•  Static FAQ pages fail when wording changes</a:t>
            </a:r>
          </a:p>
          <a:p>
            <a:pPr>
              <a:spcAft>
                <a:spcPts val="1200"/>
              </a:spcAft>
            </a:pPr>
            <a:r>
              <a:rPr sz="2200" b="0" i="0">
                <a:solidFill>
                  <a:srgbClr val="E8EEF5"/>
                </a:solidFill>
                <a:latin typeface="Calibri"/>
              </a:rPr>
              <a:t>•  Businesses need owned knowledge — not a generic 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3/16  ·  Voice: Jatin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What we set out to build in 12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Hybrid chatbot: FAQ + NLP patterns + local AI (Ollama)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Multi-tenant SaaS: signup, businesses, JWT auth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Owner knowledge base with plan word limits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Stripe test billing (Basic / Pro / Premium)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Embeddable widget for customer websites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Demo-ready hosting +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4/16  ·  Voice: Jatin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Solution: SupportFlow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From single demo bot → multi-business support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Owners manage businesses in a React dashboard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Paste free-text knowledge → AI answers from that knowledge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Preview chat before going live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Subscribe → unlock embed widget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Customers chat on the owner’s website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Local Ollama models keep AI on our stack for demos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5/16  ·  Voice: 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High-level components (no code dump)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651760" cy="2011680"/>
          </a:xfrm>
          <a:prstGeom prst="roundRect">
            <a:avLst/>
          </a:prstGeom>
          <a:solidFill>
            <a:srgbClr val="1230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React Dashboard
+ Embed Widget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51760" cy="2011680"/>
          </a:xfrm>
          <a:prstGeom prst="roundRect">
            <a:avLst/>
          </a:prstGeom>
          <a:solidFill>
            <a:srgbClr val="1230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Flask API
Auth · Chat · Billing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2651760" cy="2011680"/>
          </a:xfrm>
          <a:prstGeom prst="roundRect">
            <a:avLst/>
          </a:prstGeom>
          <a:solidFill>
            <a:srgbClr val="1230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Chatbot Engine
FAQ · RAG ·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2651760" cy="2011680"/>
          </a:xfrm>
          <a:prstGeom prst="roundRect">
            <a:avLst/>
          </a:prstGeom>
          <a:solidFill>
            <a:srgbClr val="123047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SQLite
Tenants ·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Stripe (test mode) for subscriptions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Tunnel (Cloudflare / ngrok) for shared demo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6/16  ·  Voice: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Backend &amp;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Flask services that power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JWT auth (register / login / me)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Businesses &amp; knowledge APIs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Chat + streaming (SSE)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Session history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Stripe checkout / portal / webhook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Plan limit enforcement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Embed config + widget.js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SPA serving for public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7/16  ·  Voice: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Billing &amp; Plan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Stripe test mode · feature gates by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Free → Basic ($5) → Professional ($10) → Premium ($20)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Limits: businesses · knowledge words · Premium colors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Checkout + confirm + webhook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212080" cy="438912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APP PAGE: Billing
(/billing — plan cards Basic / Pro / Premium)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8/16  ·  Voice: 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C9867-F89E-7D21-3D23-99FFC6D85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776" y="2392378"/>
            <a:ext cx="4808127" cy="2301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Multi-Tenant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SQLite schema that keeps businesses isolated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Users → own many Businesses (plan-capped)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Knowledge stored per business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Sessions &amp; messages scoped to business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Subscription status + plan fields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Widget key for public embed access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No cross-tenant chat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9/16  ·  Voice: Pratik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Logging &amp; Conversation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What we store for demos, analytics, and resume-chat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User + bot messages with timestamps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Model used · intent/route · confidence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Preview chat counters for free tier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History sidebar (dashboard) + widget history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E8EEF5"/>
                </a:solidFill>
                <a:latin typeface="Calibri"/>
              </a:rPr>
              <a:t>•  Stats for owners (session activity)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10/16  ·  Voice: Pratik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How we validated the system (Weeks 10–12)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Smoke: signup → chat → billing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API checks on core endpoints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Multilingual probe utterances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Greeting vs knowledge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Plan limit rejection checks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Embed key + origin checks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Tunnel SPA load verification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Final end-to-end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11/16  ·  Voice: Pratik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Deployment (Demo Hosting)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Laptop as host · public link via tunnel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Build React → Flask serves UI + API together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Ollama stays local on the laptop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Cloudflare / ngrok tunnel to port 5000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Stripe redirects use public FRONTEND_URL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E8EEF5"/>
                </a:solidFill>
                <a:latin typeface="Calibri"/>
              </a:rPr>
              <a:t>•  Honest limit: great for demos, not 24/7 cloud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212080" cy="438912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OPTIONAL: Terminal / browser
showing public tunnel URL
loading SupportFlow landing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12/16  ·  Voice: Pratik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86EC10-98A2-9FE4-2DFF-A7058440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00" y="1737360"/>
            <a:ext cx="4784279" cy="9525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05E8A-CC4B-4ECD-C088-0277274B9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299" y="2863482"/>
            <a:ext cx="3900178" cy="22531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Owner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Where businesses manage support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Landing · Login / Signup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Dashboard overview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Business switcher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5852160" cy="457200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APP PAGE: Dashboard
(/dashboard — after login)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13/16  ·  Voice: 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2C5D79-7004-3B3F-67AC-24C08206F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47110"/>
            <a:ext cx="5541264" cy="27923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Knowledge Base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Owners paste business truth · word counter by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Free-text knowledge editor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Live word count vs plan max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Security warnings for risky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25880"/>
            <a:ext cx="5852160" cy="457200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APP PAGE: Knowledge
(/knowledge — editor + word counter)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14/16  ·  Voice: 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6F10E8-99BD-8370-86FB-64CE1ACE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964" y="2190323"/>
            <a:ext cx="5489671" cy="27749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Preview Chat &amp; Embed Widget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 dirty="0">
                <a:solidFill>
                  <a:srgbClr val="2DD4BF"/>
                </a:solidFill>
                <a:latin typeface="Calibri"/>
              </a:rPr>
              <a:t>Try before go-live · then put chat on any 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486400" cy="457200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APP PAGE: Preview Chat
(/preview — history sidebar + streaming)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486400" cy="4572000"/>
          </a:xfrm>
          <a:prstGeom prst="roundRect">
            <a:avLst/>
          </a:prstGeom>
          <a:solidFill>
            <a:srgbClr val="12304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2DD4BF"/>
                </a:solidFill>
                <a:latin typeface="Calibri"/>
              </a:rPr>
              <a:t>📸 SCREENSHOT PLACEHOLDER</a:t>
            </a:r>
          </a:p>
          <a:p>
            <a:pPr algn="ctr">
              <a:spcBef>
                <a:spcPts val="800"/>
              </a:spcBef>
            </a:pPr>
            <a:r>
              <a:rPr sz="1300" b="0" i="0">
                <a:solidFill>
                  <a:srgbClr val="E8EEF5"/>
                </a:solidFill>
                <a:latin typeface="Calibri"/>
              </a:rPr>
              <a:t>APP PAGE: Embed / test.html
(widget bubble + History / New chat)</a:t>
            </a:r>
          </a:p>
          <a:p>
            <a:pPr algn="ctr">
              <a:spcBef>
                <a:spcPts val="600"/>
              </a:spcBef>
            </a:pPr>
            <a:r>
              <a:rPr sz="1100" b="0" i="1">
                <a:solidFill>
                  <a:srgbClr val="9AB0C4"/>
                </a:solidFill>
                <a:latin typeface="Calibri"/>
              </a:rPr>
              <a:t>Paste image here before recording voice-over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15/16  ·  Voice: 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C95333-2F78-9010-71DC-93379FCB2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074365"/>
            <a:ext cx="5376672" cy="30750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C74FD-CEDD-8155-5402-011E543A6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349" y="2165680"/>
            <a:ext cx="5439542" cy="2755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Demo Path · Future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2DD4BF"/>
                </a:solidFill>
                <a:latin typeface="Calibri"/>
              </a:rPr>
              <a:t>Closing the 12-week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Demo: Signup → Knowledge → Chat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Then: Billing → Embed widget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Future: cloud host + hosted model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Future: stronger 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Team: Dev · Jatin · Pratik · Amal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Course: AML-2404 / AI &amp; ML Lab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Questions welcome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E8EEF5"/>
                </a:solidFill>
                <a:latin typeface="Calibri"/>
              </a:rPr>
              <a:t>•  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9AB0C4"/>
                </a:solidFill>
                <a:latin typeface="Calibri"/>
              </a:rPr>
              <a:t>SupportFlow  ·  AML-2404  ·  Slide 16/16  ·  Voice: 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9AB0C4"/>
                </a:solidFill>
                <a:latin typeface="Calibri"/>
              </a:rPr>
              <a:t>Lambton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1355</Words>
  <Application>Microsoft Office PowerPoint</Application>
  <PresentationFormat>Widescreen</PresentationFormat>
  <Paragraphs>182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Jatin Vaghela</cp:lastModifiedBy>
  <cp:revision>2</cp:revision>
  <dcterms:created xsi:type="dcterms:W3CDTF">2013-01-27T09:14:16Z</dcterms:created>
  <dcterms:modified xsi:type="dcterms:W3CDTF">2026-08-08T01:09:04Z</dcterms:modified>
  <cp:category/>
</cp:coreProperties>
</file>