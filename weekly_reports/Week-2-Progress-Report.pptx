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CD-452C-9C84-BC82963A9A81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CD-452C-9C84-BC82963A9A8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ACD-452C-9C84-BC82963A9A81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CD-452C-9C84-BC82963A9A8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ACD-452C-9C84-BC82963A9A81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ACD-452C-9C84-BC82963A9A8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greeting</c:v>
                </c:pt>
                <c:pt idx="1">
                  <c:v>goodbye</c:v>
                </c:pt>
                <c:pt idx="2">
                  <c:v>order_status</c:v>
                </c:pt>
                <c:pt idx="3">
                  <c:v>refund_request</c:v>
                </c:pt>
                <c:pt idx="4">
                  <c:v>product_info</c:v>
                </c:pt>
                <c:pt idx="5">
                  <c:v>payment_help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92</c:v>
                </c:pt>
                <c:pt idx="2">
                  <c:v>87</c:v>
                </c:pt>
                <c:pt idx="3">
                  <c:v>81</c:v>
                </c:pt>
                <c:pt idx="4">
                  <c:v>89</c:v>
                </c:pt>
                <c:pt idx="5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ACD-452C-9C84-BC82963A9A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40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7589520" y="3200400"/>
            <a:ext cx="2286000" cy="22860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377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2 PROGRESS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Chatbot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 and NLTK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Dataset Prepared  ·  NLP Preprocessing  ·  Intent Recognition  ·  Response Logic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 Completed in Week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0972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61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197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Dataset Preparation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67335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Collected and structured a JSON-based intents dataset covering 12 customer query categories. Reviewed and cleaned training data for consistency.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10972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1615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197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NLP Preprocessing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167335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Implemented tokenization, stemming, and stopword removal using NLTK. Processed raw text input into clean numerical feature vectors.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2"/>
          <p:cNvSpPr/>
          <p:nvPr/>
        </p:nvSpPr>
        <p:spPr>
          <a:xfrm>
            <a:off x="274320" y="3017520"/>
            <a:ext cx="10972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821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" y="31638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Intent Recognition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36393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Built and trained an intent classifier using bag-of-words model. Tested with sample queries achieving over 85% accuracy on the training set.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6"/>
          <p:cNvSpPr/>
          <p:nvPr/>
        </p:nvSpPr>
        <p:spPr>
          <a:xfrm>
            <a:off x="4754880" y="3017520"/>
            <a:ext cx="10972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8211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31638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Response Generation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83480" y="36393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Developed response selection logic based on recognized intent and confidence score. Integrated fallback replies for unrecognized inputs.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JSON Intent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chatbot's training data is organized as a JSON file with a list of intent objects. Each intent contains a tag, a set of sample patterns, and a set of possible responses.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12801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</a:rPr>
              <a:t>12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Intent Tags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651760"/>
            <a:ext cx="12801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828800" y="2651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</a:rPr>
              <a:t>80+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Training Patterns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651760"/>
            <a:ext cx="12801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291840" y="2651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</a:rPr>
              <a:t>40+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Response Variants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Sample Intent Categories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192024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6576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</a:rPr>
              <a:t>greeting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4206240"/>
            <a:ext cx="192024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246888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</a:rPr>
              <a:t>goodbye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553712"/>
            <a:ext cx="192024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3657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</a:rPr>
              <a:t>order_status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4553712"/>
            <a:ext cx="192024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246888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</a:rPr>
              <a:t>refund_request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901184"/>
            <a:ext cx="192024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365760" y="4901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</a:rPr>
              <a:t>product_info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4901184"/>
            <a:ext cx="192024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2468880" y="4901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</a:rPr>
              <a:t>payment_help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005840"/>
            <a:ext cx="420624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4800600" y="1097280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"intents":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"tag": </a:t>
            </a: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"greeting"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"patterns":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"Hello",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"Hi there",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"Good morning"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"responses":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"Hello! How can I help?",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"Hi! What can I do for you?"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NLP Preprocessing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41732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731520" y="130759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1947672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15768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F5"/>
                </a:solidFill>
              </a:rPr>
              <a:t>User types a query. Raw text is captured as-is.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00784" y="2551176"/>
            <a:ext cx="15544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847088" y="1143000"/>
            <a:ext cx="1417320" cy="2926080"/>
          </a:xfrm>
          <a:prstGeom prst="rect">
            <a:avLst/>
          </a:prstGeom>
          <a:solidFill>
            <a:srgbClr val="1D5A8E"/>
          </a:solidFill>
          <a:ln w="12700">
            <a:solidFill>
              <a:srgbClr val="1D5A8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2304288" y="130759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2304288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1947672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38528" y="2715768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F5"/>
                </a:solidFill>
              </a:rPr>
              <a:t>Text split into individual words (tokens) using NLTK word_tokenize.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73552" y="2551176"/>
            <a:ext cx="15544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3419856" y="1143000"/>
            <a:ext cx="1417320" cy="2926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877056" y="130759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877056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93008" y="1947672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Lowercasing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Stemming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11296" y="2715768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F5"/>
                </a:solidFill>
              </a:rPr>
              <a:t>Tokens lowercased; stemmed to root form using PorterStemmer.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551176"/>
            <a:ext cx="15544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4992624" y="1143000"/>
            <a:ext cx="1417320" cy="2926080"/>
          </a:xfrm>
          <a:prstGeom prst="rect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5449824" y="130759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449824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65776" y="1947672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Stopword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Removal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84064" y="2715768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F5"/>
                </a:solidFill>
              </a:rPr>
              <a:t>Common words (is, the, a) filtered out to focus on meaningful tokens.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19088" y="2551176"/>
            <a:ext cx="15544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6565392" y="1143000"/>
            <a:ext cx="1417320" cy="2926080"/>
          </a:xfrm>
          <a:prstGeom prst="rect">
            <a:avLst/>
          </a:prstGeom>
          <a:solidFill>
            <a:srgbClr val="0D5E55"/>
          </a:solidFill>
          <a:ln w="12700">
            <a:solidFill>
              <a:srgbClr val="0D5E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7022592" y="130759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022592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38544" y="1947672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Bag of Words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56832" y="2715768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F5"/>
                </a:solidFill>
              </a:rPr>
              <a:t>Tokens converted to a numeric vector matching the vocabulary.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Each step refines the raw input into a clean, machine-readable format that powers accurate intent recognition.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1078992"/>
          </a:xfrm>
          <a:prstGeom prst="rect">
            <a:avLst/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0972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410C"/>
                </a:solidFill>
              </a:rPr>
              <a:t>⚠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Imbalanced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Some intent categories had very few training patterns, causing poor prediction accuracy for those classes.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0" y="1444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92040" y="1097280"/>
            <a:ext cx="3977640" cy="1078992"/>
          </a:xfrm>
          <a:prstGeom prst="rect">
            <a:avLst/>
          </a:prstGeom>
          <a:solidFill>
            <a:srgbClr val="CCFBF1"/>
          </a:solidFill>
          <a:ln w="88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892040" y="1097280"/>
            <a:ext cx="10972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074920" y="11704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✓ Solution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4920" y="1399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Augmentation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6733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Added paraphrased variations of patterns manually, balancing each intent to at least 6 examples.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3931920" cy="1078992"/>
          </a:xfrm>
          <a:prstGeom prst="rect">
            <a:avLst/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10972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57200" y="24323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410C"/>
                </a:solidFill>
              </a:rPr>
              <a:t>⚠ Challenge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6609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Stemming Errors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3522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PorterStemmer occasionally over-stemmed words, merging semantically different terms into the same root.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97680" y="27066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92040" y="2359152"/>
            <a:ext cx="3977640" cy="1078992"/>
          </a:xfrm>
          <a:prstGeom prst="rect">
            <a:avLst/>
          </a:prstGeom>
          <a:solidFill>
            <a:srgbClr val="CCFBF1"/>
          </a:solidFill>
          <a:ln w="88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4892040" y="2359152"/>
            <a:ext cx="10972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074920" y="24323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✓ Solution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26609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Vocabulary Review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93522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Reviewed the post-stemming vocabulary and added custom exception rules for mismatched terms.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621024"/>
            <a:ext cx="3931920" cy="1078992"/>
          </a:xfrm>
          <a:prstGeom prst="rect">
            <a:avLst/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10972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57200" y="36941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410C"/>
                </a:solidFill>
              </a:rPr>
              <a:t>⚠ Challenge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9227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Low Confidence Scores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19709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classifier returned low confidence for many real-world inputs not represented in training data.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0" y="39684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892040" y="3621024"/>
            <a:ext cx="3977640" cy="1078992"/>
          </a:xfrm>
          <a:prstGeom prst="rect">
            <a:avLst/>
          </a:prstGeom>
          <a:solidFill>
            <a:srgbClr val="CCFBF1"/>
          </a:solidFill>
          <a:ln w="88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4892040" y="3621024"/>
            <a:ext cx="10972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5074920" y="36941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✓ Solution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39227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Threshold &amp; Fallback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74920" y="419709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Set a confidence threshold of 0.6. Queries below this trigger a polite fallback response instead.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Intent Recognition — Test Results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09728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4"/>
          <p:cNvSpPr/>
          <p:nvPr/>
        </p:nvSpPr>
        <p:spPr>
          <a:xfrm>
            <a:off x="6035040" y="1097280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88%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217920" y="1618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Overall Accuracy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0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across all intent classes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237744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6035040" y="2377440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0.6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217920" y="2898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Confidence Threshold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7920" y="3127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below = fallback triggered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365760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4"/>
          <p:cNvSpPr/>
          <p:nvPr/>
        </p:nvSpPr>
        <p:spPr>
          <a:xfrm>
            <a:off x="6035040" y="3657600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621792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120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217920" y="4178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Test Queries Run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7920" y="4407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manually validated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Team Work Distribution — Week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Member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Dataset Collection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65960" y="11155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Curated 80+ patterns across 12 intent categories; validated JSON schema.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1170432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680960" y="11704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8595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274320" y="1810512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02920" y="1883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Member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NLP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65960" y="1920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Implemented tokenization, stemming and stopword removal pipeline in Python.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80960" y="1975104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7680960" y="19751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274320" y="2615184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0292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Member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Chatbot Logic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65960" y="27249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Built the intent classifier and integrated confidence threshold + fallback logic.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80960" y="2779776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7680960" y="27797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419856"/>
            <a:ext cx="8595360" cy="71323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274320" y="3419856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0292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Member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8039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UI Design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65960" y="352958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Designed chatbot input/output interface wireframes; prepared frontend layout.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80960" y="3584448"/>
            <a:ext cx="1005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7680960" y="3584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 Progress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274320" y="4224528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50292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Member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6085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Documentation &amp; GitHub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65960" y="433425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Updated README, committed all modules, and maintained pull request workflow.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80960" y="4389120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7680960" y="4389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2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</a:rPr>
              <a:t>Key milestones and outputs from this reporting period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828800" cy="17373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</a:rPr>
              <a:t>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Intent Categories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in final dataset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28800" cy="17373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606040" y="157276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</a:rPr>
              <a:t>88%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on test queries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1828800" cy="17373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</a:rPr>
              <a:t>120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Queries Tested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manually validated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463040"/>
            <a:ext cx="1828800" cy="17373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812280" y="157276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</a:rPr>
              <a:t>4/4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2 Goals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fully completed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Next up: UI integration, end-to-end testing, and deployment preparation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Plan — Week 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75488" y="12801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UI Integration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Connect the chatbot backend to the frontend interface designed by Member 4. Enable real-time input/output rendering.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910328" y="12801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9103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End-to-End Testing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0328" y="1920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Run full conversation flow tests. Evaluate edge cases, ambiguous inputs, and multi-turn query handling.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75488" y="32461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7548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Model Refinement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" y="3886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Retrain the intent classifier with expanded dataset. Aim for 90%+ accuracy across all intent categories.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4910328" y="32461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91032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Deployment Prep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0328" y="3886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Package the application, write deployment documentation, and prepare the demo environment for final presentation.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Week 2 successfully delivered all four planned milestones — from dataset preparation through to a working intent recognition engine. The chatbot now correctly classifies customer queries with 88% accuracy and includes a graceful fallback for unrecognized inputs.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5117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2551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5511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 Ready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5511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12 intents, 80+ patterns structured in JSON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154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NLP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31546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Tokenization, stemming, stopword removal complete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581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7581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Intent Classifier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7581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88% accuracy, confidence threshold active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6168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57200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361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 Logic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43616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Intent-matched replies + fallback integrated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835</Words>
  <Application>Microsoft Office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Progress Report - AI Chatbot</dc:title>
  <dc:subject>PptxGenJS Presentation</dc:subject>
  <dc:creator>PptxGenJS</dc:creator>
  <cp:lastModifiedBy>Pratik Chavda</cp:lastModifiedBy>
  <cp:revision>2</cp:revision>
  <dcterms:created xsi:type="dcterms:W3CDTF">2026-05-30T02:55:56Z</dcterms:created>
  <dcterms:modified xsi:type="dcterms:W3CDTF">2026-05-30T03:40:47Z</dcterms:modified>
</cp:coreProperties>
</file>